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64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64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real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real (UCI · 41.188 contatos públicos). Sem vazamento: duration removido.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menor regret nos dados reais.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 · BASE REAL (KAGGLE/UCI)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 base real, o aprendizado supera a regra fixa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+9,2%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(LinUCB)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conversão (LinUCB)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41.188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reais (UCI)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 · 6.000 rodadas)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R$ 114.290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057400" y="4270248"/>
            <a:ext cx="5027852" cy="292608"/>
          </a:xfrm>
          <a:prstGeom prst="roundRect">
            <a:avLst>
              <a:gd name="adj" fmla="val 12500"/>
            </a:avLst>
          </a:prstGeom>
          <a:solidFill>
            <a:srgbClr val="3291F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498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R$ 113.230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7400" y="4800600"/>
            <a:ext cx="4649087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</p:sp>
      <p:sp>
        <p:nvSpPr>
          <p:cNvPr id="28" name="Text 26"/>
          <p:cNvSpPr/>
          <p:nvPr/>
        </p:nvSpPr>
        <p:spPr>
          <a:xfrm>
            <a:off x="6816215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R$ 104.700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2057400" y="5330952"/>
            <a:ext cx="4530084" cy="292608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669721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R$ 102.020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17152" y="33832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LEITURA HONESTA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65760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real, mas modesto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(~+8–9%) — realista, sem número mágico.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17152" y="4480560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aposta 85% no Empréstimo; o LinUCB diversifica pelo contexto → </a:t>
            </a:r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e maior conversão.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17152" y="55046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bandit vence: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Nilos-UCB ficou abaixo do baseline (−2,6%).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F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5" name="Image 0" descr="C:\Users\Dione\Desktop\datathon-7mlet-grupo-64\datathon-7mlet-grupo-64\.pptx-build/charts/c1_spark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1" descr="C:\Users\Dione\Desktop\datathon-7mlet-grupo-64\datathon-7mlet-grupo-64\.pptx-build/charts/c2_gau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C:\Users\Dione\Desktop\datathon-7mlet-grupo-64\datathon-7mlet-grupo-64\.pptx-build/charts/c3_ba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7" name="Image 3" descr="C:\Users\Dione\Desktop\datathon-7mlet-grupo-64\datathon-7mlet-grupo-64\.pptx-build/charts/c4_regr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1" name="Image 4" descr="C:\Users\Dione\Desktop\datathon-7mlet-grupo-64\datathon-7mlet-grupo-64\.pptx-build/charts/c5_donu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5" descr="C:\Users\Dione\Desktop\datathon-7mlet-grupo-64\datathon-7mlet-grupo-64\.pptx-build/charts/c6_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TREINO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treinamos na base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replay sobre os eventos reais do Bank Marketing.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margem × conversão · regret = soma das diferenças vs. oráculo · a recompensa pode chegar atrasada (delayed reward).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C:\Users\Dione\Desktop\datathon-7mlet-grupo-64\datathon-7mlet-grupo-64\.pptx-build/tech/code_tr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src/adaptive_offers/simulation/environment.py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— guloso (controle)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com início otimista · sem exploração ativa.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controle exigido pelo edital — a referência que as políticas adaptativas precisam superar.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C:\Users\Dione\Desktop\datathon-7mlet-grupo-64\datathon-7mlet-grupo-64\.pptx-build/tech/code_bas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src/adaptive_offers/bandits/baseline.py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BAYESIANO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 (Beta-Bernoulli)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thomp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(1933) · Agrawal &amp; Goyal (2012).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 do posterior É a exploração: braços com pouca evidência têm posterior largo e às vezes são sorteados alto.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C:\Users\Dione\Desktop\datathon-7mlet-grupo-64\datathon-7mlet-grupo-64\.pptx-build/tech/code_thomps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src/adaptive_offers/bandits/thompson.py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UCB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— UCB-V (consciente de variância)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ni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Audibert, Munos &amp; Szepesvári (2009) — UCB-V.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bônus usa a variância empírica do braço (Welford online); ofertas de alta incerteza são exploradas mais cedo.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C:\Users\Dione\Desktop\datathon-7mlet-grupo-64\datathon-7mlet-grupo-64\.pptx-build/tech/code_nil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CONTEXTUAL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— bandit contextual (menor regret)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linuc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Chu, Langford &amp; Schapire (2010).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por braço sobre o contexto + bônus de incerteza → roteia a oferta certa para o perfil certo. Na base real teve o menor regret (8,3%) e a maior conversão (9,1%); ganho de valor modesto (~+8%).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C:\Users\Dione\Desktop\datathon-7mlet-grupo-64\datathon-7mlet-grupo-64\.pptx-build/tech/code_linuc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src/adaptive_offers/bandits/linucb.py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64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2026-06-18T15:19:13Z</dcterms:created>
  <dcterms:modified xsi:type="dcterms:W3CDTF">2026-06-18T15:19:13Z</dcterms:modified>
</cp:coreProperties>
</file>